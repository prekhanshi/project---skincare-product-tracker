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05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2011680" cy="2011680"/>
          </a:xfrm>
          <a:prstGeom prst="ellipse">
            <a:avLst/>
          </a:prstGeom>
          <a:solidFill>
            <a:srgbClr val="C44569">
              <a:alpha val="40000"/>
            </a:srgbClr>
          </a:solidFill>
          <a:ln w="12700">
            <a:solidFill>
              <a:srgbClr val="C4456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474720"/>
            <a:ext cx="2286000" cy="2286000"/>
          </a:xfrm>
          <a:prstGeom prst="ellipse">
            <a:avLst/>
          </a:prstGeom>
          <a:solidFill>
            <a:srgbClr val="C44569">
              <a:alpha val="30000"/>
            </a:srgbClr>
          </a:solidFill>
          <a:ln w="12700">
            <a:solidFill>
              <a:srgbClr val="C44569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500" dirty="0">
                <a:solidFill>
                  <a:srgbClr val="F8A5C2"/>
                </a:solidFill>
              </a:rPr>
              <a:t>✦  EDP PROJECT  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Skincare Products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C7D8"/>
                </a:solidFill>
              </a:rPr>
              <a:t>Data Exploration &amp; Processing (EDP)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5852160" cy="18288"/>
          </a:xfrm>
          <a:prstGeom prst="rect">
            <a:avLst/>
          </a:prstGeom>
          <a:solidFill>
            <a:srgbClr val="C44569">
              <a:alpha val="60000"/>
            </a:srgbClr>
          </a:solidFill>
          <a:ln w="12700">
            <a:solidFill>
              <a:srgbClr val="C44569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CC7D8"/>
                </a:solidFill>
              </a:rPr>
              <a:t>500 Products  •  10 Brands  •  8 Product Types  •  5 Skin 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0B4"/>
                </a:solidFill>
              </a:rPr>
              <a:t>Libraries: pandas  |  matplotlib  |  seaborn  |  numpy  |  D-Tale 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794760"/>
            <a:ext cx="6400800" cy="1078992"/>
          </a:xfrm>
          <a:prstGeom prst="rect">
            <a:avLst/>
          </a:prstGeom>
          <a:solidFill>
            <a:srgbClr val="3D1530"/>
          </a:solidFill>
          <a:ln w="12700">
            <a:solidFill>
              <a:srgbClr val="C44569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8862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C8DC"/>
                </a:solidFill>
              </a:rPr>
              <a:t>Ananya Gupta  </a:t>
            </a:r>
            <a:r>
              <a:rPr lang="en-US" sz="1200" dirty="0">
                <a:solidFill>
                  <a:srgbClr val="C9A0B4"/>
                </a:solidFill>
              </a:rPr>
              <a:t>25070123010     </a:t>
            </a:r>
            <a:r>
              <a:rPr lang="en-US" sz="1200" b="1" dirty="0">
                <a:solidFill>
                  <a:srgbClr val="F8C8DC"/>
                </a:solidFill>
              </a:rPr>
              <a:t>Prekhanshi Kumbhakar  </a:t>
            </a:r>
            <a:r>
              <a:rPr lang="en-US" sz="1200" dirty="0">
                <a:solidFill>
                  <a:srgbClr val="C9A0B4"/>
                </a:solidFill>
              </a:rPr>
              <a:t>25070123151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251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7080"/>
                </a:solidFill>
              </a:rPr>
              <a:t>Branch / Division: E&amp;TC – A1   |   Group 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45262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6070"/>
                </a:solidFill>
              </a:rPr>
              <a:t>Academic Year: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6070"/>
                </a:solidFill>
              </a:rPr>
              <a:t>500 skincare products across Indian &amp; global brands — zero missing values, zero duplicates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521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🧴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9751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Total Products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78992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521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🏷️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00400" y="15361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00400" y="19751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Brands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78992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521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35040" y="15361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35040" y="19751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Product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633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✨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Skin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633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💰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200400" y="3017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₹1,071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200400" y="3456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Avg Price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56032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1016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633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⭐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035040" y="3017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4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3.95 / 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035040" y="3456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6070"/>
                </a:solidFill>
              </a:rPr>
              <a:t>Avg Rating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6070"/>
                </a:solidFill>
              </a:rPr>
              <a:t>14 original columns: Brand • Product Type • Skin Type • Price • Rating • Ingredients • Comedogenic • Budget Category • Popularity Score • SPF Level • Cruelty Free • Fragrance • Usage Time  →  expanded to 18 after feature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Libraries &amp; Tools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50876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23544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11680" y="96012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1B25"/>
                </a:solidFill>
              </a:rPr>
              <a:t>Data loading, cleaning, groupby, pivot_table, describe, corr, map, str.extract — core of all EDA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618488"/>
            <a:ext cx="150876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733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70992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1B25"/>
                </a:solidFill>
              </a:rPr>
              <a:t>Bar, histogram, scatter, pie/donut, line, stacked bar, regression plot — basic &amp; advanced graphs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68296"/>
            <a:ext cx="150876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seaborn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45973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1B25"/>
                </a:solidFill>
              </a:rPr>
              <a:t>Violin plot, heatmap, pairplot — advanced statistical visuals built on top of matplotlib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150876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7296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20954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1B25"/>
                </a:solidFill>
              </a:rPr>
              <a:t>np.polyfit() for regression trend lines, np.sqrt() for bubble chart sizing, np.linspace() for curves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867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3E8"/>
                </a:solidFill>
              </a:rPr>
              <a:t>★  D-Tale  —  Unique Library  (Not Taught in Class)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3425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CC7D8"/>
                </a:solidFill>
              </a:rPr>
              <a:t>Launches an interactive browser-based data explorer from one line of code: dtale.show(df). Auto-generates EDA, correlation matrix, missing value heatmaps, column KDE plots, and a drag-and-drop chart builder — no extra code needed. Used professionally in industry for rapid data understanding.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502920" cy="530352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418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886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Load &amp; Inspect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pd.read_excel(), df.shape, df.isnull().sum(), df.duplicated().sum()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49240" y="960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→ 500 rows × 14 cols — 0 missing, 0 duplicates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502920" cy="530352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36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Strip Whitespace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df[str_cols].apply(lambda x: x.str.strip())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49240" y="17099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→ All string columns cleaned of leading/trailing spaces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502920" cy="530352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414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386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Binary Encoding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62432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df['col'].map({'Yes':1, 'No':0})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245973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→ Cruelty Free, Fragrance, Comedogenic → numeric 0 or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502920" cy="530352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912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136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7413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df['SPF Level'].str.extract(r'(\d+)').astype(float)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49240" y="32095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→ New column SPF_Num created (numeric SPF value)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502920" cy="530352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410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</a:rPr>
              <a:t>Final Shape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12394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after all steps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49240" y="39593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→ 500 rows × 18 columns — 4 new engineered features added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Key Statistics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144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Largest Brand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Plum — 66 products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1892808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385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Most Common Product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Moisturizer — 77 items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626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Most Common Skin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Dry — 106 products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3941064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9867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Best Rated Budget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Medium tier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9144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Highest Rated Brand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18872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Mamaearth — 4.12 / 5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0" y="1892808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9385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Most Expensive Brand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2128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La Roche-Posay — ₹1,188 avg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54880" y="2916936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9626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Cruelty-Free 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23697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49.8% of dataset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754880" y="3941064"/>
            <a:ext cx="4069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9867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6070"/>
                </a:solidFill>
              </a:rPr>
              <a:t>Price vs Rating Corr.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2611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</a:rPr>
              <a:t>–0.011  (price ≠ quality)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BASIC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508760" y="1645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Graph 1 — Bar Chart &amp; Donut Chart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Two basic charts side by side showing dataset composition.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Plum leads all brands with 66 products, followed by Mamaearth (61) and Neutrogena (57).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Moisturizers dominate at 15.4% of all products, closely followed by Face Wash at 14.8%.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Product types are fairly evenly distributed — no single type is overwhelmingly dominant.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The donut format (not full pie) is used for readability when many segments are present.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ax.barh() for horizontal bars; ax.pie(wedgeprops=dict(width=0.6)) for donut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BASIC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508760" y="1645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Graph 2 — Histogram &amp; Scatter Plot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Price frequency distribution and Price vs Popularity relationship.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Price histogram is right-skewed — most products cluster between ₹500–₹1,500.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Mean (₹1,071) and Median (₹1,065) are very close, indicating a near-symmetric core.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Scatter plot shows no upward or downward trend — popularity is independent of price.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Points are color-coded by Rating (RdPu scale) adding a third variable to 2D scatter.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ax.hist(bins=25); ax.scatter(c=df['Rating'], cmap='RdPu'); ax.axvline() for mean/median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BASIC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508760" y="1645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Graph 3 — Line Plot &amp; Pie Chart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Brand rating trends over sorted order and cruelty-free product split.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Line plot ranks brands by avg rating — Mamaearth leads (4.12), CeraVe is lowest (3.81).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Rating range is narrow (3.81–4.12) meaning all brands maintain acceptable quality.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Pie chart shows a near 50-50 split: 49.8% cruelty-free vs 50.2% non-cruelty-free.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Annotated data labels on the line make exact values readable without hovering.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ax.plot(marker='o'); ax.annotate() for labels; ax.pie(wedgeprops=dict(width=0.6))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ADVANCED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87452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Graph 1 — Violin Plot — Rating Distribution by Product Type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Shows the full rating distribution shape (KDE) + median + IQR per product type.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Violin plot = boxplot + kernel density estimate — shows WHERE ratings concentrate.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Creams have the widest violin shape, with ratings spreading all the way to 5.0.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Cleansers and Gels show tighter, more uniform distributions around 3.8–4.0.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inner='box' adds a mini-boxplot inside each violin for precise quartile reading.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760720" y="3319272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More informative than a plain boxplot — reveals bimodal or skewed distributions.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sns.violinplot(data=df, x='Product Type', y='Rating', inner='box', cut=0)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ADVANCED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87452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Graph 2 — Bubble Chart — Brand Avg Price vs Avg Rating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3-variable chart: X = avg price, Y = avg rating, bubble size = product count.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Mamaearth occupies top-right of quality zone with 4.12 rating at just ₹1,087 avg price.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La Roche-Posay is the most expensive (₹1,188) but its rating (3.89) is below average.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Plum has the largest bubble (66 products) showing highest market presence.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Bubble size uses np.sqrt(count)*80 — square root scaling prevents size distortion.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760720" y="3319272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Shows that no brand achieves both top price AND top rating simultaneously.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ax.scatter(s=np.sqrt(count)*80); ax.annotate() per brand; manual size legend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ADVANCED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87452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Graph 3 — 100% Stacked Bar Chart — Skin Type per Product Type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Proportional breakdown of which skin types each product type serves.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All product types serve all 5 skin types in roughly equal proportions (~20% each).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No product type is exclusively targeted at a single skin type.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Sunscreen and Gel show minor variations but remain broadly distributed.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White percentage labels inside bars (shown only when &gt;5%) prevent clutter.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760720" y="3319272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Grouped + stacked structure built manually using ax.bar() with 'bottom' parameter.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ax.bar(vals, bottom=bottoms) looped per skin type; percentage text inside bars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ADVANCED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87452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Graph 4 — Correlation Heatmap — All Numerical Features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Pearson correlation matrix visualised as a colour-coded grid.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All correlations are near zero — features are statistically independent of each other.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Price vs Rating: r = –0.011 (essentially zero — price does NOT predict quality).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Price vs Popularity: r = 0.021 (no relationship between cost and consumer popularity).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Fragrance vs Cruelty-Free: r = –0.09 — slight tendency for fragrance-free = cruelty-free.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760720" y="3319272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RdPu colormap with vmin=–1, vmax=1 ensures consistent color scale across all values.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df.corr(); sns.heatmap(annot=True, fmt='.2f', cmap='RdPu', vmin=-1, vmax=1)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★ ADVANCED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87452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Graph 5 — Regression Plot — Price vs Popularity (np.polyfit)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94360"/>
            <a:ext cx="52120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5943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594360"/>
            <a:ext cx="315468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603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C8DC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950976"/>
            <a:ext cx="2999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1B25"/>
                </a:solidFill>
              </a:rPr>
              <a:t>Scatter plot with a linear regression trend line fitted using numpy.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444752"/>
            <a:ext cx="3154680" cy="274320"/>
          </a:xfrm>
          <a:prstGeom prst="rect">
            <a:avLst/>
          </a:prstGeom>
          <a:solidFill>
            <a:srgbClr val="F8E8F0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453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819656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737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np.polyfit(x, y, 1) fits a degree-1 polynomial (straight line) to the data.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760720" y="2194560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112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The trend line equation is shown in the legend: slope is near-flat (~0.0004).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60720" y="2569464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Near-flat slope mathematically confirms price has no meaningful effect on popularity.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760720" y="2944368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Points are colored by Rating (3rd variable) without needing a 3D plot.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760720" y="3319272"/>
            <a:ext cx="109728" cy="109728"/>
          </a:xfrm>
          <a:prstGeom prst="ellipse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D1B25"/>
                </a:solidFill>
              </a:rPr>
              <a:t>np.linspace(x.min(), x.max(), 200) creates a smooth curve with 200 interpolated points.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20040" y="3895344"/>
            <a:ext cx="8503920" cy="347472"/>
          </a:xfrm>
          <a:prstGeom prst="rect">
            <a:avLst/>
          </a:prstGeom>
          <a:solidFill>
            <a:srgbClr val="F0E0E8"/>
          </a:solidFill>
          <a:ln w="12700">
            <a:solidFill>
              <a:srgbClr val="EDD0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1363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coeffs=np.polyfit(x,y,1); poly_fn=np.poly1d(coeffs); ax.plot(x_line, poly_fn(x_line))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Filter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6070"/>
                </a:solidFill>
              </a:rPr>
              <a:t>An interactive, input-driven feature — user enters preferences and matching products are displayed sorted by rating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4164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889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41648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8DC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463040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Run the script — Section 6 starts after all graphs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56816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5681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7 filter prompts appear one at a time in the terminal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2450592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5059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4505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Press Enter on any prompt to skip it (accept all values)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944368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4436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Each answer narrows the DataFrame step by step using boolean indexing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3438144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3814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43814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Final results are sorted by Rating (highest first) and printed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931920"/>
            <a:ext cx="310896" cy="274320"/>
          </a:xfrm>
          <a:prstGeom prst="rect">
            <a:avLst/>
          </a:prstGeom>
          <a:solidFill>
            <a:srgbClr val="C44569"/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3192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9319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A summary block shows avg price, avg rating, and top brand of results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88900" dist="25400" dir="8100000" algn="bl" rotWithShape="0">
              <a:srgbClr val="C44569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005840"/>
            <a:ext cx="416052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241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C8DC"/>
                </a:solidFill>
              </a:rPr>
              <a:t>7 Filter Inputs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3168" y="1481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Skin Type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17190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Dry / Oily / Sensitive / Combination / Acne-prone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48272" y="15179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str.lower() == input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19110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Product Type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2148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Moisturizer / Serum / Toner / Cleanser / Gel…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48272" y="194767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str.lower() == input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3168" y="2340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Budget Category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25786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Low / Medium / High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48272" y="237744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str.lower() == input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27706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Cruelty-Free?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30083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yes → Cruelty Free=Yes    no → Cruelty Free=No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48272" y="2807208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'Yes' / 'No'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73168" y="3200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Fragrance-Free?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73168" y="34381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yes → Fragrance=No    no → Fragrance=Yes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48272" y="3236976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'No' / 'Yes'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3630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Min Rating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73168" y="38679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Float 3.0–5.0  (try/except for invalid input)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48272" y="3666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&gt;= value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40599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569"/>
                </a:solidFill>
              </a:rPr>
              <a:t>Max Price (₹)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73168" y="4297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6070"/>
                </a:solidFill>
              </a:rPr>
              <a:t>Integer/float  (try/except for invalid input)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48272" y="409651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&lt;= value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4681728"/>
            <a:ext cx="8458200" cy="32918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70001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C8DC"/>
                </a:solidFill>
              </a:rPr>
              <a:t>If 0 results → prints tip to relax filters.  If results found → displays table + avg price, avg rating, top brand, cruelty-free %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112" y="9144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Mamaearth has the highest avg rating (4.12/5) yet is NOT the most expensive brand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93792" y="9144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La Roche-Posay is most expensive (₹1,188 avg) but ranks only 6th in ratings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385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193852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Price vs Rating correlation = –0.011 → higher price does NOT guarantee better quality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9385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93792" y="193852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~50% of products are cruelty-free — ethical skincare options are widely available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626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96265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Moisturizers (77) are the most stocked product type across all brands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7121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9626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93792" y="2962656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Medium budget tier has slightly higher avg rating than the High budget tier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8678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6112" y="3986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All numerical features have near-zero correlations — each dimension is independent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8953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D0DE"/>
            </a:solidFill>
            <a:prstDash val="solid"/>
          </a:ln>
          <a:effectLst>
            <a:outerShdw blurRad="76200" dist="25400" dir="8100000" algn="bl" rotWithShape="0">
              <a:srgbClr val="C44569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98678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93792" y="398678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1B25"/>
                </a:solidFill>
              </a:rPr>
              <a:t>Mamaearth Cream (4.62) &amp; The Ordinary Cleanser (4.60) are top brand-product combos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44569">
              <a:alpha val="30000"/>
            </a:srgbClr>
          </a:solidFill>
          <a:ln w="12700">
            <a:solidFill>
              <a:srgbClr val="C4456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C44569">
              <a:alpha val="30000"/>
            </a:srgbClr>
          </a:solidFill>
          <a:ln w="12700">
            <a:solidFill>
              <a:srgbClr val="C44569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CC7D8"/>
                </a:solidFill>
              </a:rPr>
              <a:t>This project successfully analysed 500 skincare products using Python. Through D-Tale, pandas, matplotlib, seaborn, and numpy, we built 10 visualisations spanning basic to advanced chart types, performed full EDA, and implemented an interactive product filter system.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A0B4"/>
                </a:solidFill>
              </a:rPr>
              <a:t>Key takeaway: brand reputation and product type matter far more than price in determining quality and popularity — a finding that benefits consumers directly.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pandas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310896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matplotlib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seaborn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310896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numpy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737360" cy="411480"/>
          </a:xfrm>
          <a:prstGeom prst="roundRect">
            <a:avLst/>
          </a:prstGeom>
          <a:solidFill>
            <a:srgbClr val="FFD3E8"/>
          </a:solidFill>
          <a:ln w="12700">
            <a:solidFill>
              <a:srgbClr val="FFD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E46"/>
                </a:solidFill>
              </a:rPr>
              <a:t>D-Tale 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370332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10 Graphs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1737360" cy="411480"/>
          </a:xfrm>
          <a:prstGeom prst="roundRect">
            <a:avLst/>
          </a:prstGeom>
          <a:solidFill>
            <a:srgbClr val="C44569">
              <a:alpha val="80000"/>
            </a:srgbClr>
          </a:solidFill>
          <a:ln w="12700">
            <a:solidFill>
              <a:srgbClr val="C44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3703320"/>
            <a:ext cx="1737360" cy="411480"/>
          </a:xfrm>
          <a:prstGeom prst="roundRect">
            <a:avLst/>
          </a:prstGeom>
          <a:solidFill>
            <a:srgbClr val="FFD3E8"/>
          </a:solidFill>
          <a:ln w="12700">
            <a:solidFill>
              <a:srgbClr val="FF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E46"/>
                </a:solidFill>
              </a:rPr>
              <a:t>Filter System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7080"/>
                </a:solidFill>
              </a:rPr>
              <a:t>Presented by: Ananya Gupta (25070123010)  &amp;  Prekhanshi Kumbhakar (25070123151)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05060"/>
                </a:solidFill>
              </a:rPr>
              <a:t>E&amp;TC – A1  |  Group 11  |  2025–26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2073</Words>
  <Application>Microsoft Office PowerPoint</Application>
  <PresentationFormat>On-screen Show (16:9)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Skincare Products Analysis – EDP Project</dc:title>
  <dc:subject>PptxGenJS Presentation</dc:subject>
  <dc:creator>PptxGenJS</dc:creator>
  <cp:lastModifiedBy>Ananya Gupta</cp:lastModifiedBy>
  <cp:revision>2</cp:revision>
  <dcterms:created xsi:type="dcterms:W3CDTF">2026-04-23T20:21:54Z</dcterms:created>
  <dcterms:modified xsi:type="dcterms:W3CDTF">2026-04-24T03:29:19Z</dcterms:modified>
</cp:coreProperties>
</file>